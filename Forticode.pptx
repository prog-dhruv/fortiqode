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2" r:id="rId5"/>
    <p:sldId id="264" r:id="rId6"/>
    <p:sldId id="265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181818"/>
    <a:srgbClr val="C2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4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921760" y="2931795"/>
            <a:ext cx="22396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0">
                <a:latin typeface="Arial Black" panose="020B0A04020102020204" charset="0"/>
                <a:cs typeface="Arial Black" panose="020B0A04020102020204" charset="0"/>
              </a:rPr>
              <a:t>Forti</a:t>
            </a:r>
            <a:endParaRPr lang="en-IN" altLang="en-US" sz="60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919470" y="2931795"/>
            <a:ext cx="7918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Q</a:t>
            </a:r>
            <a:endParaRPr lang="en-IN" altLang="en-US" sz="60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60820" y="2911475"/>
            <a:ext cx="1710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ode</a:t>
            </a:r>
            <a:endParaRPr lang="en-IN" altLang="en-US" sz="60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16470" y="608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IN" altLang="en-US" b="1"/>
              <a:t>A project by Dhruv Singh</a:t>
            </a:r>
            <a:endParaRPr lang="en-I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6402705" y="447040"/>
            <a:ext cx="5076190" cy="596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200000"/>
              </a:lnSpc>
              <a:buNone/>
            </a:pPr>
            <a:r>
              <a:rPr lang="en-IN" altLang="en-US" sz="54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Games</a:t>
            </a:r>
            <a:endParaRPr lang="en-IN" altLang="en-US" sz="5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>
              <a:lnSpc>
                <a:spcPct val="200000"/>
              </a:lnSpc>
              <a:buNone/>
            </a:pPr>
            <a:r>
              <a:rPr lang="en-IN" altLang="en-US" sz="54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Secret Parties</a:t>
            </a:r>
            <a:endParaRPr lang="en-IN" altLang="en-US" sz="5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>
              <a:lnSpc>
                <a:spcPct val="200000"/>
              </a:lnSpc>
              <a:buNone/>
            </a:pPr>
            <a:r>
              <a:rPr lang="en-IN" altLang="en-US" sz="54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Cult</a:t>
            </a:r>
            <a:endParaRPr lang="en-IN" altLang="en-US" sz="5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11" name="Picture 10" descr="Gemini_Generated_Image_3g7qm3g7qm3g7qm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3765" y="0"/>
            <a:ext cx="6858000" cy="7452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s 8"/>
          <p:cNvSpPr/>
          <p:nvPr/>
        </p:nvSpPr>
        <p:spPr>
          <a:xfrm>
            <a:off x="-29210" y="-128905"/>
            <a:ext cx="12346940" cy="7057390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665" y="3261995"/>
            <a:ext cx="8759190" cy="4921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8025765" y="2272665"/>
            <a:ext cx="3136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rgbClr val="FFFF00"/>
                </a:solidFill>
                <a:latin typeface="Arial Rounded MT Bold" panose="020F0704030504030204" charset="0"/>
                <a:cs typeface="Arial Rounded MT Bold" panose="020F0704030504030204" charset="0"/>
              </a:rPr>
              <a:t>Using Fernet (python)</a:t>
            </a:r>
            <a:endParaRPr lang="en-IN" altLang="en-US">
              <a:solidFill>
                <a:srgbClr val="FFFF00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cxnSp>
        <p:nvCxnSpPr>
          <p:cNvPr id="14" name="Curved Connector 13"/>
          <p:cNvCxnSpPr>
            <a:stCxn id="10" idx="1"/>
          </p:cNvCxnSpPr>
          <p:nvPr/>
        </p:nvCxnSpPr>
        <p:spPr>
          <a:xfrm rot="10800000" flipV="1">
            <a:off x="7386955" y="2456815"/>
            <a:ext cx="638175" cy="718820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>
            <a:lum bright="-6000" contrast="12000"/>
          </a:blip>
          <a:stretch>
            <a:fillRect/>
          </a:stretch>
        </p:blipFill>
        <p:spPr>
          <a:xfrm>
            <a:off x="3265805" y="986155"/>
            <a:ext cx="5661025" cy="488569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5022850" y="2256790"/>
            <a:ext cx="2313305" cy="2283460"/>
          </a:xfrm>
          <a:prstGeom prst="rect">
            <a:avLst/>
          </a:prstGeom>
          <a:noFill/>
          <a:ln w="82550" cmpd="sng">
            <a:solidFill>
              <a:srgbClr val="FFFF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49240" y="3106420"/>
            <a:ext cx="1661160" cy="9220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en-IN" altLang="en-US" b="1">
                <a:ln>
                  <a:noFill/>
                </a:ln>
                <a:solidFill>
                  <a:srgbClr val="FF0000"/>
                </a:solidFill>
                <a:latin typeface="Arial Rounded MT Bold" panose="020F0704030504030204" charset="0"/>
                <a:cs typeface="Arial Rounded MT Bold" panose="020F0704030504030204" charset="0"/>
              </a:rPr>
              <a:t>Secret Message is here</a:t>
            </a:r>
            <a:endParaRPr lang="en-IN" altLang="en-US" b="1">
              <a:ln>
                <a:noFill/>
              </a:ln>
              <a:solidFill>
                <a:srgbClr val="FF0000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s 8"/>
          <p:cNvSpPr/>
          <p:nvPr/>
        </p:nvSpPr>
        <p:spPr>
          <a:xfrm>
            <a:off x="-158115" y="-119380"/>
            <a:ext cx="12475845" cy="7047865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945380" y="300990"/>
            <a:ext cx="3862070" cy="91884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Input text</a:t>
            </a:r>
            <a:endParaRPr lang="en-IN" altLang="en-US" sz="3200" b="1"/>
          </a:p>
        </p:txBody>
      </p:sp>
      <p:sp>
        <p:nvSpPr>
          <p:cNvPr id="7" name="Rounded Rectangle 6"/>
          <p:cNvSpPr/>
          <p:nvPr/>
        </p:nvSpPr>
        <p:spPr>
          <a:xfrm>
            <a:off x="4213225" y="5451475"/>
            <a:ext cx="3862070" cy="91884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QR like image</a:t>
            </a:r>
            <a:endParaRPr lang="en-IN" altLang="en-US" sz="3200" b="1"/>
          </a:p>
        </p:txBody>
      </p:sp>
      <p:sp>
        <p:nvSpPr>
          <p:cNvPr id="8" name="Rounded Rectangle 7"/>
          <p:cNvSpPr/>
          <p:nvPr/>
        </p:nvSpPr>
        <p:spPr>
          <a:xfrm>
            <a:off x="5513070" y="1668780"/>
            <a:ext cx="2978785" cy="72009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+ Salt</a:t>
            </a:r>
            <a:endParaRPr lang="en-IN" altLang="en-US" sz="3200" b="1"/>
          </a:p>
        </p:txBody>
      </p:sp>
      <p:sp>
        <p:nvSpPr>
          <p:cNvPr id="10" name="Text Box 9"/>
          <p:cNvSpPr txBox="1"/>
          <p:nvPr/>
        </p:nvSpPr>
        <p:spPr>
          <a:xfrm>
            <a:off x="7915910" y="1905635"/>
            <a:ext cx="3136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>
                <a:solidFill>
                  <a:srgbClr val="FFFF00"/>
                </a:solidFill>
                <a:latin typeface="Arial Rounded MT Bold" panose="020F0704030504030204" charset="0"/>
                <a:cs typeface="Arial Rounded MT Bold" panose="020F0704030504030204" charset="0"/>
              </a:rPr>
              <a:t>_pineapple</a:t>
            </a:r>
            <a:endParaRPr lang="en-IN" altLang="en-US">
              <a:solidFill>
                <a:srgbClr val="FFFF00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25675" y="2138045"/>
            <a:ext cx="2978785" cy="1066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Convert to Binary</a:t>
            </a:r>
            <a:endParaRPr lang="en-IN" altLang="en-US" sz="3200" b="1"/>
          </a:p>
        </p:txBody>
      </p:sp>
      <p:sp>
        <p:nvSpPr>
          <p:cNvPr id="12" name="Rounded Rectangle 11"/>
          <p:cNvSpPr/>
          <p:nvPr/>
        </p:nvSpPr>
        <p:spPr>
          <a:xfrm>
            <a:off x="1697990" y="4533265"/>
            <a:ext cx="2978785" cy="72009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MatplotLib</a:t>
            </a:r>
            <a:endParaRPr lang="en-IN" altLang="en-US" sz="3200" b="1"/>
          </a:p>
        </p:txBody>
      </p:sp>
      <p:cxnSp>
        <p:nvCxnSpPr>
          <p:cNvPr id="14" name="Curved Connector 13"/>
          <p:cNvCxnSpPr>
            <a:stCxn id="5" idx="2"/>
            <a:endCxn id="8" idx="1"/>
          </p:cNvCxnSpPr>
          <p:nvPr/>
        </p:nvCxnSpPr>
        <p:spPr>
          <a:xfrm rot="5400000">
            <a:off x="5790248" y="942658"/>
            <a:ext cx="808990" cy="1363345"/>
          </a:xfrm>
          <a:prstGeom prst="curvedConnector4">
            <a:avLst>
              <a:gd name="adj1" fmla="val 27747"/>
              <a:gd name="adj2" fmla="val 159129"/>
            </a:avLst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8" idx="2"/>
            <a:endCxn id="11" idx="3"/>
          </p:cNvCxnSpPr>
          <p:nvPr/>
        </p:nvCxnSpPr>
        <p:spPr>
          <a:xfrm rot="5400000">
            <a:off x="5962333" y="1630998"/>
            <a:ext cx="282575" cy="1798320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11" idx="2"/>
            <a:endCxn id="17" idx="1"/>
          </p:cNvCxnSpPr>
          <p:nvPr/>
        </p:nvCxnSpPr>
        <p:spPr>
          <a:xfrm rot="5400000" flipV="1">
            <a:off x="4505960" y="2414270"/>
            <a:ext cx="462280" cy="2043430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12" idx="2"/>
            <a:endCxn id="7" idx="1"/>
          </p:cNvCxnSpPr>
          <p:nvPr/>
        </p:nvCxnSpPr>
        <p:spPr>
          <a:xfrm rot="5400000" flipV="1">
            <a:off x="3371215" y="5069205"/>
            <a:ext cx="657860" cy="1025525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58815" y="3104515"/>
            <a:ext cx="2978785" cy="11252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/>
              <a:t>AES Symmetric Encryption</a:t>
            </a:r>
            <a:endParaRPr lang="en-IN" altLang="en-US" sz="3200" b="1"/>
          </a:p>
        </p:txBody>
      </p:sp>
      <p:cxnSp>
        <p:nvCxnSpPr>
          <p:cNvPr id="18" name="Curved Connector 17"/>
          <p:cNvCxnSpPr>
            <a:stCxn id="17" idx="2"/>
            <a:endCxn id="12" idx="3"/>
          </p:cNvCxnSpPr>
          <p:nvPr/>
        </p:nvCxnSpPr>
        <p:spPr>
          <a:xfrm rot="5400000">
            <a:off x="5630863" y="3275648"/>
            <a:ext cx="663575" cy="2571750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s 8"/>
          <p:cNvSpPr/>
          <p:nvPr/>
        </p:nvSpPr>
        <p:spPr>
          <a:xfrm>
            <a:off x="-29210" y="-128905"/>
            <a:ext cx="12346940" cy="7057390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5480" y="2591435"/>
            <a:ext cx="10861040" cy="354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" y="3310890"/>
            <a:ext cx="7732395" cy="59436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976755" y="4491355"/>
            <a:ext cx="3136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rgbClr val="FFFF00"/>
                </a:solidFill>
                <a:latin typeface="Arial Rounded MT Bold" panose="020F0704030504030204" charset="0"/>
                <a:cs typeface="Arial Rounded MT Bold" panose="020F0704030504030204" charset="0"/>
              </a:rPr>
              <a:t>Yep, That’s me</a:t>
            </a:r>
            <a:endParaRPr lang="en-IN" altLang="en-US">
              <a:solidFill>
                <a:srgbClr val="FFFF00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cxnSp>
        <p:nvCxnSpPr>
          <p:cNvPr id="14" name="Curved Connector 13"/>
          <p:cNvCxnSpPr>
            <a:stCxn id="10" idx="1"/>
          </p:cNvCxnSpPr>
          <p:nvPr/>
        </p:nvCxnSpPr>
        <p:spPr>
          <a:xfrm rot="10800000">
            <a:off x="1369695" y="4008755"/>
            <a:ext cx="607060" cy="666115"/>
          </a:xfrm>
          <a:prstGeom prst="curvedConnector2">
            <a:avLst/>
          </a:prstGeom>
          <a:ln w="31750" cap="rnd">
            <a:solidFill>
              <a:srgbClr val="FFFF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WPS Presentation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 Black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Dhruv Singh</cp:lastModifiedBy>
  <cp:revision>6</cp:revision>
  <dcterms:created xsi:type="dcterms:W3CDTF">2025-07-23T00:59:00Z</dcterms:created>
  <dcterms:modified xsi:type="dcterms:W3CDTF">2025-11-12T12:39:48Z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5653F6AC4C1A4B6FBC80A011784D86E6_11</vt:lpwstr>
  </property>
  <property fmtid="{D5CDD505-2E9C-101B-9397-08002B2CF9AE}" pid="3" name="KSOProductBuildVer">
    <vt:lpwstr>1033-12.2.0.23155</vt:lpwstr>
  </property>
</Properties>
</file>